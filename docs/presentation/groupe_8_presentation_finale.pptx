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2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6EF57E-9F86-4391-9339-5B2484454F34}" v="31" dt="2025-05-21T17:37:42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4BCDB-AAE6-BB44-840F-E794FEEF2E71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D74E6-EE3B-144E-933D-AC459BE933A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9759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D74E6-EE3B-144E-933D-AC459BE933A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9673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D74E6-EE3B-144E-933D-AC459BE933A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112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247DC8-4B58-0AAE-9A51-66FA7C329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BBEC507-A582-6251-A20C-F72B6A5EC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091DEC-AC1F-8C28-43A9-769FA2A59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01DB-886C-1144-AA6A-5BD2E39BBFFB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E5CF5A-B403-ECEC-401D-A893A6F42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5AF08A-4E23-6BE0-07DF-B0BD9CBA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C89F-42F6-2B43-8DE7-E075099A0A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6678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FAEC1B-10EA-0EA3-2612-80F977992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152BA6-85B0-D7E6-5AA5-38D883C55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5CABFA-1333-5B99-6BF9-29D2512C0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01DB-886C-1144-AA6A-5BD2E39BBFFB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3A7410-99C2-BA3E-4B3E-7814CA11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7312F2-08BB-2E06-9942-69B3112D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C89F-42F6-2B43-8DE7-E075099A0A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7164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B15528-8826-DDF7-25C5-9033DF526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73EBA7-5E5A-F8B0-E86E-7F4F5251C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A15ABE-BDBF-EDE0-1C68-359ADF9E1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01DB-886C-1144-AA6A-5BD2E39BBFFB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3EDEE3-F2B5-FC46-9367-66F147A41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2AF517-6314-687C-EF03-161649B1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C89F-42F6-2B43-8DE7-E075099A0A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7640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6EE0A1-BF60-E251-77D7-8065F68DC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2118BA-A563-3338-E647-579FC3575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43BD64C-99CD-FDEB-5527-A4C4AB960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776643-A70B-1415-B44C-CA4B17594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01DB-886C-1144-AA6A-5BD2E39BBFFB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9D1203-2DF3-9F1A-4349-D43C3E072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55C817-5714-5280-BA85-221EAF5E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C89F-42F6-2B43-8DE7-E075099A0A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6885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E46685-A30D-B8D9-EAD8-FD3467D23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6C57BC-2E4A-8827-597D-07B59419C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15AD08-C5DA-E144-40E8-71514FE99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946CA4A-EB04-04AB-1CF0-13A1DB248D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3FD665A-1F3E-D785-1D5E-EFBA464D3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39935F7-9F2F-C5AF-31BF-112D9AC7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01DB-886C-1144-AA6A-5BD2E39BBFFB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562F070-570A-ED05-B882-C34EA27C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73578AC-A4D0-AB48-B6D6-8260540C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C89F-42F6-2B43-8DE7-E075099A0A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134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B35E42-36E3-B82E-B648-8946B9AFC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239ED3E-6AD7-0CC9-D64E-0A5F58C5B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01DB-886C-1144-AA6A-5BD2E39BBFFB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CDA7821-A4BA-9D61-CB44-CCF434C6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9C9E7C7-B356-1AED-CAFF-C1143780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C89F-42F6-2B43-8DE7-E075099A0A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3810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0DC9C8E-FF9E-99F2-CA44-52A2CFEE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01DB-886C-1144-AA6A-5BD2E39BBFFB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3160049-EE65-DA4F-8FDE-AED9AA04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6D7698-F5D3-30D8-B805-C930AF6F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C89F-42F6-2B43-8DE7-E075099A0A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9210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D0A5C-820C-7FC6-04EB-F710F13F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39FC36-8283-A2EF-D39C-013FB75E5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1A3EAE-6781-3A44-1388-A7BFBB208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AADAD9-0CA2-EE22-8360-4DEB03629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01DB-886C-1144-AA6A-5BD2E39BBFFB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953C1B-8338-7A23-CAE8-A5950B370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5E7645-B95C-E779-3164-C338CACC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C89F-42F6-2B43-8DE7-E075099A0A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9698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C20B24-1017-0D69-2156-7FB53164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D89FF1A-C8EC-5084-E5F2-FA3FDFE10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EDD10A-77D7-6243-2668-8D265FBE0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B85C2A-B66D-3E57-6256-B623C1650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01DB-886C-1144-AA6A-5BD2E39BBFFB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AB6B6C-D100-4C21-8B80-83F319E5E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5DE872-912C-6F36-D303-F7312FFEF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C89F-42F6-2B43-8DE7-E075099A0A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835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17BB21-6CF7-965D-E4C1-C06AC6F7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E97C6F3-411B-A0E8-380F-0603A23F9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46460F-774B-61B0-3D3D-3A8210BB3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01DB-886C-1144-AA6A-5BD2E39BBFFB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FFD366-4913-672A-BDCF-E63855808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EF54DD-1A98-5319-EA2A-78818A952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C89F-42F6-2B43-8DE7-E075099A0A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806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2EBE6AA-EA01-9564-BF1A-2870817E26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AEBEA2-98CA-D609-65CE-F9BD212F3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0DE4EE-8AD4-A63B-806D-155AA7D0B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01DB-886C-1144-AA6A-5BD2E39BBFFB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27CF77-4C34-D979-F75E-E9D63404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ED497E-FA90-52E6-CA1A-61C54A94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C89F-42F6-2B43-8DE7-E075099A0A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0274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2D54DFB-48FE-AA9C-F3D9-2E0C40E3D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61A31E-C55A-94B7-E5D1-7B61B4CF2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0B2FC2-D218-0154-DA0D-BB51C7AB3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E401DB-886C-1144-AA6A-5BD2E39BBFFB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F15926-49EB-F4BC-8FC1-4AA9E7498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D0079E-7B66-871F-D0B4-77F43BF4A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F5C89F-42F6-2B43-8DE7-E075099A0A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870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intérieur, scène, mur, galerie&#10;&#10;Le contenu généré par l’IA peut être incorrect.">
            <a:extLst>
              <a:ext uri="{FF2B5EF4-FFF2-40B4-BE49-F238E27FC236}">
                <a16:creationId xmlns:a16="http://schemas.microsoft.com/office/drawing/2014/main" id="{A7E9A9FC-741B-FB30-278D-09F255F91D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9" t="9091" r="12339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199DCAA-A16A-2838-FD8A-A0D5AAA11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fr-FR" sz="4800">
                <a:solidFill>
                  <a:schemeClr val="bg1"/>
                </a:solidFill>
              </a:rPr>
              <a:t>INSERT INTO NOTE : 6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90859A9-1C51-C5E2-3B51-10FE34932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KAY LEMAITRE</a:t>
            </a:r>
          </a:p>
          <a:p>
            <a:pPr algn="l"/>
            <a:r>
              <a:rPr lang="fr-FR" sz="800" dirty="0">
                <a:solidFill>
                  <a:schemeClr val="bg1"/>
                </a:solidFill>
              </a:rPr>
              <a:t>MATTEO GIAQUINTO</a:t>
            </a:r>
          </a:p>
          <a:p>
            <a:pPr algn="l"/>
            <a:r>
              <a:rPr lang="fr-FR" sz="800" dirty="0">
                <a:solidFill>
                  <a:schemeClr val="bg1"/>
                </a:solidFill>
              </a:rPr>
              <a:t>ETHAN IMHOF</a:t>
            </a:r>
          </a:p>
          <a:p>
            <a:pPr algn="l"/>
            <a:r>
              <a:rPr lang="fr-FR" sz="800" dirty="0">
                <a:solidFill>
                  <a:schemeClr val="bg1"/>
                </a:solidFill>
              </a:rPr>
              <a:t>OSAMA MITRAOUI</a:t>
            </a:r>
          </a:p>
          <a:p>
            <a:pPr algn="l"/>
            <a:r>
              <a:rPr lang="fr-FR" sz="800" dirty="0">
                <a:solidFill>
                  <a:schemeClr val="bg1"/>
                </a:solidFill>
              </a:rPr>
              <a:t>ARTHUR ANTOINE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1458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340A662-4B4C-A6AF-687C-939E8CED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fr-FR" sz="8000">
                <a:solidFill>
                  <a:schemeClr val="bg1"/>
                </a:solidFill>
              </a:rPr>
              <a:t>Notre contexte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49DBA9-D49B-E66D-6211-56A5846CD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Musée d’art</a:t>
            </a:r>
          </a:p>
          <a:p>
            <a:r>
              <a:rPr lang="fr-FR" sz="2000" dirty="0">
                <a:solidFill>
                  <a:schemeClr val="bg1"/>
                </a:solidFill>
              </a:rPr>
              <a:t>But de notre base de données</a:t>
            </a:r>
          </a:p>
          <a:p>
            <a:r>
              <a:rPr lang="fr-FR" sz="2000" dirty="0">
                <a:solidFill>
                  <a:schemeClr val="bg1"/>
                </a:solidFill>
              </a:rPr>
              <a:t>Avantage</a:t>
            </a:r>
          </a:p>
          <a:p>
            <a:endParaRPr lang="fr-F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00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F5066CE-BAA7-19B3-99DE-F002415B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Diagramme de classe</a:t>
            </a:r>
          </a:p>
        </p:txBody>
      </p:sp>
      <p:pic>
        <p:nvPicPr>
          <p:cNvPr id="4" name="Espace réservé du contenu 3" descr="Une image contenant diagramme, texte, Plan, Dessin technique&#10;&#10;Le contenu généré par l’IA peut être incorrect.">
            <a:extLst>
              <a:ext uri="{FF2B5EF4-FFF2-40B4-BE49-F238E27FC236}">
                <a16:creationId xmlns:a16="http://schemas.microsoft.com/office/drawing/2014/main" id="{C68B2856-96BC-F43F-D6E8-1C1A0A68E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221" y="1675227"/>
            <a:ext cx="1071755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391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25C0ED9-272E-5F97-6A3B-E8F05346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Modèle relationnelle </a:t>
            </a:r>
          </a:p>
        </p:txBody>
      </p:sp>
      <p:pic>
        <p:nvPicPr>
          <p:cNvPr id="5" name="Espace réservé du contenu 4" descr="Une image contenant texte, diagramme, Plan, schématique&#10;&#10;Le contenu généré par l’IA peut être incorrect.">
            <a:extLst>
              <a:ext uri="{FF2B5EF4-FFF2-40B4-BE49-F238E27FC236}">
                <a16:creationId xmlns:a16="http://schemas.microsoft.com/office/drawing/2014/main" id="{D54D9A52-3570-AAC4-8FE8-68A7BF894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9129" y="1675227"/>
            <a:ext cx="901374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83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F69ECB3-C3CA-D750-6A4E-17EA53E98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Nos 2 requêtes SQL</a:t>
            </a:r>
          </a:p>
        </p:txBody>
      </p:sp>
      <p:sp>
        <p:nvSpPr>
          <p:cNvPr id="6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A18AEF4-88A5-27FF-D38E-EFE0FE879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2769494"/>
            <a:ext cx="5614416" cy="335202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B9B3EBC-4C18-F9FD-DFE8-37C0F7C13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343679"/>
            <a:ext cx="5614416" cy="220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03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390E9F-DE91-5DC2-46B3-16FB736E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 dirty="0">
                <a:latin typeface="+mj-lt"/>
                <a:ea typeface="+mj-ea"/>
                <a:cs typeface="+mj-cs"/>
              </a:rPr>
              <a:t>Nos </a:t>
            </a:r>
            <a:r>
              <a:rPr lang="en-US" sz="3200" kern="1200">
                <a:latin typeface="+mj-lt"/>
                <a:ea typeface="+mj-ea"/>
                <a:cs typeface="+mj-cs"/>
              </a:rPr>
              <a:t>visualisations</a:t>
            </a:r>
            <a:endParaRPr lang="en-US" sz="320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Espace réservé du contenu 4" descr="Une image contenant carte, texte&#10;&#10;Le contenu généré par l’IA peut être incorrect.">
            <a:extLst>
              <a:ext uri="{FF2B5EF4-FFF2-40B4-BE49-F238E27FC236}">
                <a16:creationId xmlns:a16="http://schemas.microsoft.com/office/drawing/2014/main" id="{72CA6B0E-4D2D-EC59-91BA-14C5195B72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99" r="1664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D0A1A320-5E40-E845-CB93-91437FF3C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543364"/>
            <a:ext cx="3434180" cy="3599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sz="2000" noProof="0" dirty="0"/>
              <a:t>Ceci est une carte représentant la provenance des visiteurs du musée du canton de Neuchâtel. Plus l’endroit est foncé, plus il y a de visiteurs provenant de cet endroit.</a:t>
            </a:r>
          </a:p>
        </p:txBody>
      </p:sp>
    </p:spTree>
    <p:extLst>
      <p:ext uri="{BB962C8B-B14F-4D97-AF65-F5344CB8AC3E}">
        <p14:creationId xmlns:p14="http://schemas.microsoft.com/office/powerpoint/2010/main" val="410636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BA7742-5A22-F6FA-D7B8-3174DD7D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fr-FR" sz="3200"/>
              <a:t>Nos visualisations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93DA379-AB4B-5068-E099-7716D1CE5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CH" sz="2000" noProof="0" dirty="0"/>
              <a:t>Cette visualisation représente le nombre de visiteurs venant au musée chaque jour de la semaine. </a:t>
            </a:r>
          </a:p>
          <a:p>
            <a:pPr marL="0" indent="0">
              <a:buNone/>
            </a:pPr>
            <a:r>
              <a:rPr lang="fr-CH" sz="2000" noProof="0" dirty="0"/>
              <a:t>Ceci permet au musée de se préparer et s’organiser en fonction du nombre de personnes présentes.</a:t>
            </a:r>
          </a:p>
        </p:txBody>
      </p:sp>
      <p:pic>
        <p:nvPicPr>
          <p:cNvPr id="5" name="Espace réservé du contenu 4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1474F6AA-727D-1CD4-85AA-1ED0ED153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913633"/>
            <a:ext cx="6389346" cy="504004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7133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B55F93F-DE9E-0A67-7FE8-6FCDC8C3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Bonus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DCE8E7EC-6EA7-78F6-5443-FA0E0CC0D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80695" y="640080"/>
            <a:ext cx="7161818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4818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5e15aa-02a2-4634-baa0-4febdf23b25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ED97BAC8321E419652626572C5878B" ma:contentTypeVersion="5" ma:contentTypeDescription="Crée un document." ma:contentTypeScope="" ma:versionID="e6454ae1592f2d2b9ab476070d1a6d66">
  <xsd:schema xmlns:xsd="http://www.w3.org/2001/XMLSchema" xmlns:xs="http://www.w3.org/2001/XMLSchema" xmlns:p="http://schemas.microsoft.com/office/2006/metadata/properties" xmlns:ns3="425e15aa-02a2-4634-baa0-4febdf23b255" targetNamespace="http://schemas.microsoft.com/office/2006/metadata/properties" ma:root="true" ma:fieldsID="72b6f3e544ae45f1c7848eb6b7378095" ns3:_="">
    <xsd:import namespace="425e15aa-02a2-4634-baa0-4febdf23b25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5e15aa-02a2-4634-baa0-4febdf23b25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D18347-71C7-4C98-85DA-AC703977AC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F7ECE8-EE1D-4014-BE9C-A1A9F92B32D2}">
  <ds:schemaRefs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425e15aa-02a2-4634-baa0-4febdf23b25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26E3244-9662-4186-9E58-36FD49ACEC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5e15aa-02a2-4634-baa0-4febdf23b2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107</Words>
  <Application>Microsoft Office PowerPoint</Application>
  <PresentationFormat>Grand écran</PresentationFormat>
  <Paragraphs>21</Paragraphs>
  <Slides>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Thème Office</vt:lpstr>
      <vt:lpstr>INSERT INTO NOTE : 6</vt:lpstr>
      <vt:lpstr>Notre contexte </vt:lpstr>
      <vt:lpstr>Diagramme de classe</vt:lpstr>
      <vt:lpstr>Modèle relationnelle </vt:lpstr>
      <vt:lpstr>Nos 2 requêtes SQL</vt:lpstr>
      <vt:lpstr>Nos visualisations</vt:lpstr>
      <vt:lpstr>Nos visualisations </vt:lpstr>
      <vt:lpstr>Bonus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Lemaitre Kay</dc:creator>
  <cp:lastModifiedBy>Lemaitre Kay</cp:lastModifiedBy>
  <cp:revision>4</cp:revision>
  <dcterms:created xsi:type="dcterms:W3CDTF">2025-05-21T13:58:29Z</dcterms:created>
  <dcterms:modified xsi:type="dcterms:W3CDTF">2025-05-21T17:50:05Z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0x010100EBED97BAC8321E419652626572C5878B</vt:lpwstr>
  </property>
</Properties>
</file>